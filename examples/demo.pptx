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303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我们需要提升内容质量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71600"/>
            <a:ext cx="2011680" cy="16093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